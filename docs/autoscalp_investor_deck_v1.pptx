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AutoScalp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AI-Driven Precision in Horse Racing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[Stock Visual: AI Neural Data]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To master volatility through automation, precision, and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AutoScalp turns markets into a data science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Manual trading can’t compete with live odds evolution.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Human latency and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Unstructured data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Inefficient pricing (OC0 → OC20).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The AutoScalp Engine: End-to-end automation from blueprint to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[Diagram Placeholder: Data Flow]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Decision Engine – real-time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Mastery Posteriors – learning from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OC Timeline Loop – high-frequency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SQLite orchestration layer – dual-db sync.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12 markets traded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£218 net profit (theoretical £229.10)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+ Consistent hit-rate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[Insert Dashboard Screenshot / Live P&amp;L Chart]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Live dashboard of AutoScalp GUI.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[Placeholder: Screenshot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Betfair annual matched volume: £70B+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In-play markets: 70% of liquidity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&lt;3% use algorithmic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[Chart Placeholder: Market Map]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Subscription SaaS Licensing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Performance Fee (% of profit)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Data Insights / Analytics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AutoScalp – Full autonomy, live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Competitors – Manual, static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[Comparison Table Placeholder]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Q4 2025: Public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Q1 2026: Institutional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Q2 2026: Cross-market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Q4 2026: AI Portfolio Auto-Trader.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Team &amp; Advisors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Founder: Malachi Kelly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ML Lead: TBD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Quant Advisor: TBD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Investor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Funding Target: £500,000 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Runway: 12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Use of Funds: R&amp;D, Expansion, Ops, Legal.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[Pie Chart Placeholder]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Scaling Mastery into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Join us at the intersection of data, automation, and 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Contact: malachi@autoscalp.tech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00FFFF"/>
                </a:solidFill>
              </a:defRPr>
            </a:pPr>
            <a:r>
              <a:t>Appendix – Canonical P&amp;L by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A: £18.41 (78 trades)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L: £6.00 (9 trades)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G: £6.00 (7 trades)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B: £6.00 (7 trades)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X: £4.00 (10 trades)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R: £2.00 (11 trades)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F: £2.00 (9 trades)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P: £0.8 (33 trades)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Confidential – AutoScalp Technologies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